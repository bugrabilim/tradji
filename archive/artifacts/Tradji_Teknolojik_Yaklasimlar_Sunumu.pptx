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Kullanici Merkezli Tasarim + 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Tradji - Yontemler ve teknolojik yaklasimlar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349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48691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Kullanici Merkezli Tasarim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48691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Kolay, anlasilir ve dusuk bilissel yuk.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780" y="1600200"/>
            <a:ext cx="52349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0780" y="1600200"/>
            <a:ext cx="73152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1948" y="1764792"/>
            <a:ext cx="48691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Agile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1948" y="2286000"/>
            <a:ext cx="48691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Kucuk iterasyonlarda calisan prototipler.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RESTful API +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Tradji - Yontemler ve teknolojik yaklasimlar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349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48691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RESTful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48691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Frontend ve backend ayrimi; entegrasyona hazir mimari.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780" y="1600200"/>
            <a:ext cx="52349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0780" y="1600200"/>
            <a:ext cx="73152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1948" y="1764792"/>
            <a:ext cx="48691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1948" y="2286000"/>
            <a:ext cx="48691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Ruhsat, ehliyet, police ve plaka bilgisini fotograflardan cikarma.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Konum + PDF + Ses Tanima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Tradji - Yontemler ve teknolojik yaklasimlar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73152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Konum Servisleri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GPS ve harita servisleri.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PDF / Gorsellestirme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8600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Tutanagi A4 ciktisina donusturme.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600200"/>
            <a:ext cx="73152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7647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Ses Tanima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28600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Beyani konusmadan metne cevirme.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