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Tradji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377440"/>
            <a:ext cx="6766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CBD5E1"/>
                </a:solidFill>
              </a:defRPr>
            </a:pPr>
            <a:r>
              <a:t>Kaza tespit surecini fotograf, konum ve akilli veri girisiyle sadelestiren dijital asistan</a:t>
            </a:r>
          </a:p>
        </p:txBody>
      </p:sp>
      <p:pic>
        <p:nvPicPr>
          <p:cNvPr id="4" name="Picture 3" descr="Tradji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731520"/>
            <a:ext cx="3749039" cy="23431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Kaza ani zaten stresli. Tutanak sureci bu stresi buyutuyor.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73152" cy="411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733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Manuel veri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94560"/>
            <a:ext cx="3017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Ruhsat, ehliyet, police ve arac bilgilerinin elle girilmesi.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6733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Adres ve kroki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194560"/>
            <a:ext cx="3017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Kullanici adresi bilmeyebilir; kroki cizmek zor ve hataya aciktir.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08760"/>
            <a:ext cx="73152" cy="4114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6733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Eksik belge riski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194560"/>
            <a:ext cx="3017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Eksik veya tutarsiz bilgi sigorta surecini yavaslatabilir.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Cozum: Tradji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Yazmak yerine cek, konumu al, konus ve onayla.</a:t>
            </a:r>
          </a:p>
        </p:txBody>
      </p:sp>
      <p:pic>
        <p:nvPicPr>
          <p:cNvPr id="4" name="Picture 3" descr="Tradji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669280" cy="35433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1554480"/>
            <a:ext cx="4754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0" y="1554480"/>
            <a:ext cx="731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84848" y="1719072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Fotograf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240280"/>
            <a:ext cx="4389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Kaza ve belge fotograflari tek akista toplanir.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834640"/>
            <a:ext cx="4754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2834640"/>
            <a:ext cx="731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2999232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Konum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520440"/>
            <a:ext cx="4389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GPS ile koordinat ve adres kolaylastirilir.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114800"/>
            <a:ext cx="4754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4114800"/>
            <a:ext cx="7315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4279392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Tutanak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4800600"/>
            <a:ext cx="4389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Veriler A4 veya PDF ciktisina donusturulur.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Teknolojik Yaklasim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OCR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0312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Ruhsat, ehliyet, police ve plaka alanlarini fotograflardan okuma.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1732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Konum Servisleri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10312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GPS ve reverse geocoding ile kaza noktasini otomatiklestirme.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41732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Ses -&gt; Metin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10312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Surucu beyanini konusarak olusturma.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657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0" y="365760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382219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Goruntu Isleme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434340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Arac pozisyonu ve gelecekte otomatik kroki.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65760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82219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PDF / A4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34340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Standart tutanagi yazdirilabilir belgeye donusturme.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MVP Stratejisi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Once entegrasyonsuz deger, sonra kurum entegrasyonlari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71907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FAZ 1 - Kapali Devre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40280"/>
            <a:ext cx="48463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Form ve kullanici akisi</a:t>
            </a:r>
            <a:br/>
            <a:r>
              <a:t>Fotograf / belge yukleme</a:t>
            </a:r>
            <a:br/>
            <a:r>
              <a:t>Konum</a:t>
            </a:r>
            <a:br/>
            <a:r>
              <a:t>Basit kroki</a:t>
            </a:r>
            <a:br/>
            <a:r>
              <a:t>Sesli beyan</a:t>
            </a:r>
            <a:br/>
            <a:r>
              <a:t>PDF / A4 cikti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0749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73152" cy="411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71907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FAZ 2 - Entegrasyonlar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240280"/>
            <a:ext cx="4709159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Sigorta bildirimi</a:t>
            </a:r>
            <a:br/>
            <a:r>
              <a:t>Hasar dosyasi acma</a:t>
            </a:r>
            <a:br/>
            <a:r>
              <a:t>Yetkili kamu verisi</a:t>
            </a:r>
            <a:br/>
            <a:r>
              <a:t>Gercek zamanli olay paylasimi</a:t>
            </a:r>
            <a:br/>
            <a:r>
              <a:t>Dosya durum takibi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Deger Onerisi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F172A"/>
                </a:solidFill>
              </a:defRPr>
            </a:pPr>
            <a:r>
              <a:t>Daha az yazi. Daha az hata. Daha hizli tutanak.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108960"/>
            <a:ext cx="3017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3273552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Surucu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379476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Stresli anda basit ve yonlendirilmis deneyim.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108960"/>
            <a:ext cx="3017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3108960"/>
            <a:ext cx="73152" cy="1920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3273552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Sigorta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379476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Daha standart ve eksiksiz veri potansiyeli.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108960"/>
            <a:ext cx="3017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3108960"/>
            <a:ext cx="73152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3273552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Ekosistem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79476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Kaza anindan hasar dosyasina uzanan dijital akis.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